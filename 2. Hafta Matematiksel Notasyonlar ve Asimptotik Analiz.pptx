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qRlC2ogPp/iHvhTVvu3eMWQtr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29175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